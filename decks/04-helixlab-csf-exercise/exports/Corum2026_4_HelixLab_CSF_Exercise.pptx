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the two days come together. Each group becomes the cyberbiosecurity working group of a fictional laboratory and produces a small Organizational Profile and a three-item action plan. Group presentations follow at 15:30. Ideally five or six groups of four to six people, mixing institutions and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film, about 10 seconds. Advance when it reaches the title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mission aloud. The three deliverables mirror steps 1 to 4 of NIST's quick-start guide from yesterday: scope, gather, create, analyse and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fact sheet is deliberately realistic: every detail is something seen in real laboratories. Give groups two minutes to read it. The three client companies make supply-chain governance relevant, and the AI tools link back to this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the three events one at a time. They are the evidence groups should use. Don't tell them which categories each maps to; that is in the debrief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each group to assign roles now; with fewer than six people, combine vendor manager with data steward. Role-play creates productive disagreement, especially between IT and the biosafety officer.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phases, 45 minutes. The ring shows the share of time per phase.</a:t>
            </a:r>
          </a:p>
          <a:p/>
          <a:p>
            <a:r>
              <a:t>For a live countdown, open the interactive tool (https://claude.ai/artifact/1LZkxgu56oodvpnb2BBqLr) on a second tab: its timer slide counts each phase down and moves on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minutes. Lost, leaked, altered: those three questions map to availability, confidentiality and integrity, the CIA triad from yesterday's introduction. Good answers usually include the client data, the freezer contents and the sequencing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plain-language version of the CSF tiers for rating categories. Remind groups: tier 4 everywhere is not a sensible target for a teaching-and-research lab. Most targets land on 2 or 3.</a:t>
            </a:r>
          </a:p>
          <a:p/>
          <a:p>
            <a:r>
              <a:t>Twelve categories keeps it achievable in the time; they are the ones the fact sheet and the three events give evidence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example of a finished worksheet, so groups see the target format. The radar averages categories per function.</a:t>
            </a:r>
          </a:p>
          <a:p/>
          <a:p>
            <a:r>
              <a:t>For live rating during the session, the interactive profile builder with group tabs and automatic gap ranking is in the HTML tool: https://claude.ai/artifact/1LZkxgu56oodvpnb2BBqLr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points to the interactive companion: https://claude.ai/artifact/1LZkxgu56oodvpnb2BBqLr</a:t>
            </a:r>
          </a:p>
          <a:p/>
          <a:p>
            <a:r>
              <a:t>It has the live 45-minute phase timer, the profile builder with Example and Group 1–6 tabs (click tiers; the radar and the top-three gaps update), and the action-plan form. Ratings stay in the browser it is opened in, so use one laptop for the whole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Groups fill this on paper or in the interactive tool. A good action names the gap it closes, an owner by role, a date and a rough cost. Vague actions such as "improve awareness" should be pushed back: awareness of what, for whom, by when?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pitch format. Three minutes total, strictly timed. The question for the room at the end is often the best part of the presentations.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after the 15:30 group presentations. Reveal one event at a time and ask which groups caught which categories.</a:t>
            </a:r>
          </a:p>
          <a:p/>
          <a:p>
            <a:r>
              <a:t>Closing point: the two most common big gaps, supply chain and monitoring, are mainly governance work. That brings us back to GOVERN at the centre of the wheel.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exercise. Encourage every participant to repeat the profile for their own laboratory within the month, starting with the inventory. Then move to the group presentations.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for this session. Every DOI on this slide was checked against Crossref.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groups and move to the presentations.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jp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ver" descr="Hands-on: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pening film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ission" descr="You are HelixLab’s new cyberbiosecurity working group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helix" descr="A university biotechnology laboratory, BSL-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njects" descr="injec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oles" descr="Six seats at the table. Argue from your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lock" descr="clo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cope" descr="Scope it, then name the crown jewe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ate" descr="Rate each category from 1 to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worksheet" descr="One row per category, one radar per gro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ool" descr="Rate live, compare groups, keep the clock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an" descr="Three actions. Each closes a named gap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The 180-second 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brief" descr="What the three events were pointing 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lose" descr="Your profile is a draf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s" descr="References and further rea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hanks" descr="Thank you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HelixLab CSF Exercise</dc:title>
  <dc:subject/>
  <dc:creator>Prof. Dr. Ahmet Altun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